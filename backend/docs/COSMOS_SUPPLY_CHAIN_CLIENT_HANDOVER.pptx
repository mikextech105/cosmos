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320b1d0c7243d3" /><Relationship Type="http://schemas.openxmlformats.org/officeDocument/2006/relationships/extended-properties" Target="/docProps/app.xml" Id="R8580215034324e76" /><Relationship Type="http://schemas.openxmlformats.org/officeDocument/2006/relationships/officeDocument" Target="/ppt/presentation.xml" Id="Re471b8eafc1d41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51bda301424f9f"/>
  </p:sldMasterIdLst>
  <p:notesMasterIdLst>
    <p:notesMasterId xmlns:r="http://schemas.openxmlformats.org/officeDocument/2006/relationships" r:id="Rb866af1c08324b9a"/>
  </p:notesMasterIdLst>
  <p:sldIdLst>
    <p:sldId xmlns:r="http://schemas.openxmlformats.org/officeDocument/2006/relationships" id="256" r:id="Ra4bad9a56d584524"/>
    <p:sldId xmlns:r="http://schemas.openxmlformats.org/officeDocument/2006/relationships" id="257" r:id="Ra83cca6520f64230"/>
    <p:sldId xmlns:r="http://schemas.openxmlformats.org/officeDocument/2006/relationships" id="258" r:id="R4170fb66f0fb403d"/>
    <p:sldId xmlns:r="http://schemas.openxmlformats.org/officeDocument/2006/relationships" id="259" r:id="R8bff8e6648fc4070"/>
    <p:sldId xmlns:r="http://schemas.openxmlformats.org/officeDocument/2006/relationships" id="260" r:id="R0eb49f558e3d42d9"/>
    <p:sldId xmlns:r="http://schemas.openxmlformats.org/officeDocument/2006/relationships" id="261" r:id="Rd6db583eacc24973"/>
    <p:sldId xmlns:r="http://schemas.openxmlformats.org/officeDocument/2006/relationships" id="262" r:id="R7a78d6d8e4304178"/>
    <p:sldId xmlns:r="http://schemas.openxmlformats.org/officeDocument/2006/relationships" id="263" r:id="R30e58378f23d4bfc"/>
    <p:sldId xmlns:r="http://schemas.openxmlformats.org/officeDocument/2006/relationships" id="264" r:id="Re4bc459e844a402b"/>
    <p:sldId xmlns:r="http://schemas.openxmlformats.org/officeDocument/2006/relationships" id="265" r:id="R44774d567883447e"/>
    <p:sldId xmlns:r="http://schemas.openxmlformats.org/officeDocument/2006/relationships" id="266" r:id="R7eb36dcab5954a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4da42de01d449f" /><Relationship Type="http://schemas.openxmlformats.org/officeDocument/2006/relationships/slideMaster" Target="/ppt/slideMasters/slideMaster1.xml" Id="R6f51bda301424f9f" /><Relationship Type="http://schemas.openxmlformats.org/officeDocument/2006/relationships/notesMaster" Target="/ppt/notesMasters/notesMaster1.xml" Id="Rb866af1c08324b9a" /><Relationship Type="http://schemas.openxmlformats.org/officeDocument/2006/relationships/presProps" Target="/ppt/presProps.xml" Id="Rb54797ef2f06449e" /><Relationship Type="http://schemas.openxmlformats.org/officeDocument/2006/relationships/tableStyles" Target="/ppt/tableStyles.xml" Id="R2e59fa3a1ad44c46" /><Relationship Type="http://schemas.openxmlformats.org/officeDocument/2006/relationships/slide" Target="/ppt/slides/slide1.xml" Id="Ra4bad9a56d584524" /><Relationship Type="http://schemas.openxmlformats.org/officeDocument/2006/relationships/slide" Target="/ppt/slides/slide2.xml" Id="Ra83cca6520f64230" /><Relationship Type="http://schemas.openxmlformats.org/officeDocument/2006/relationships/slide" Target="/ppt/slides/slide3.xml" Id="R4170fb66f0fb403d" /><Relationship Type="http://schemas.openxmlformats.org/officeDocument/2006/relationships/slide" Target="/ppt/slides/slide4.xml" Id="R8bff8e6648fc4070" /><Relationship Type="http://schemas.openxmlformats.org/officeDocument/2006/relationships/slide" Target="/ppt/slides/slide5.xml" Id="R0eb49f558e3d42d9" /><Relationship Type="http://schemas.openxmlformats.org/officeDocument/2006/relationships/slide" Target="/ppt/slides/slide6.xml" Id="Rd6db583eacc24973" /><Relationship Type="http://schemas.openxmlformats.org/officeDocument/2006/relationships/slide" Target="/ppt/slides/slide7.xml" Id="R7a78d6d8e4304178" /><Relationship Type="http://schemas.openxmlformats.org/officeDocument/2006/relationships/slide" Target="/ppt/slides/slide8.xml" Id="R30e58378f23d4bfc" /><Relationship Type="http://schemas.openxmlformats.org/officeDocument/2006/relationships/slide" Target="/ppt/slides/slide9.xml" Id="Re4bc459e844a402b" /><Relationship Type="http://schemas.openxmlformats.org/officeDocument/2006/relationships/slide" Target="/ppt/slides/slide10.xml" Id="R44774d567883447e" /><Relationship Type="http://schemas.openxmlformats.org/officeDocument/2006/relationships/slide" Target="/ppt/slides/slide11.xml" Id="R7eb36dcab595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4cc5786f6d4e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6dcca3a964932" /><Relationship Type="http://schemas.openxmlformats.org/officeDocument/2006/relationships/notesMaster" Target="/ppt/notesMasters/notesMaster1.xml" Id="R16fd917c7f32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b9082a7df4540" /><Relationship Type="http://schemas.openxmlformats.org/officeDocument/2006/relationships/notesMaster" Target="/ppt/notesMasters/notesMaster1.xml" Id="R1eb54c1a2b3a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fdc71cac4b424e" /><Relationship Type="http://schemas.openxmlformats.org/officeDocument/2006/relationships/notesMaster" Target="/ppt/notesMasters/notesMaster1.xml" Id="R09361594f68e47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5804731ce49a6" /><Relationship Type="http://schemas.openxmlformats.org/officeDocument/2006/relationships/notesMaster" Target="/ppt/notesMasters/notesMaster1.xml" Id="R2c3d121f1ba9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7b1846f4ef479b" /><Relationship Type="http://schemas.openxmlformats.org/officeDocument/2006/relationships/notesMaster" Target="/ppt/notesMasters/notesMaster1.xml" Id="R817332a29e6147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dbd04441384c64" /><Relationship Type="http://schemas.openxmlformats.org/officeDocument/2006/relationships/notesMaster" Target="/ppt/notesMasters/notesMaster1.xml" Id="R8038c960f50741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78368ae268468c" /><Relationship Type="http://schemas.openxmlformats.org/officeDocument/2006/relationships/notesMaster" Target="/ppt/notesMasters/notesMaster1.xml" Id="Rf2e24bf01bac4c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a304f205c4c0c" /><Relationship Type="http://schemas.openxmlformats.org/officeDocument/2006/relationships/notesMaster" Target="/ppt/notesMasters/notesMaster1.xml" Id="Rdad3faee18cd45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8ecdaa34d40e0" /><Relationship Type="http://schemas.openxmlformats.org/officeDocument/2006/relationships/notesMaster" Target="/ppt/notesMasters/notesMaster1.xml" Id="Rc094d158ac3943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9e45d293c4f56" /><Relationship Type="http://schemas.openxmlformats.org/officeDocument/2006/relationships/notesMaster" Target="/ppt/notesMasters/notesMaster1.xml" Id="R3c7b768ee83a44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e0077c5f4e4272" /><Relationship Type="http://schemas.openxmlformats.org/officeDocument/2006/relationships/notesMaster" Target="/ppt/notesMasters/notesMaster1.xml" Id="Rf348cf624e08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c45b5b51644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5747753f44393" /><Relationship Type="http://schemas.openxmlformats.org/officeDocument/2006/relationships/slideLayout" Target="/ppt/slideLayouts/slideLayout1.xml" Id="R931f6e5319c044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f6e5319c044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6be8ba3714eb6" /><Relationship Type="http://schemas.openxmlformats.org/officeDocument/2006/relationships/image" Target="/ppt/media/image.png" Id="Rdd10b027eefa4428" /><Relationship Type="http://schemas.openxmlformats.org/officeDocument/2006/relationships/notesSlide" Target="/ppt/notesSlides/notesSlide1.xml" Id="R1656ce26054b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2b973906f4421" /><Relationship Type="http://schemas.openxmlformats.org/officeDocument/2006/relationships/notesSlide" Target="/ppt/notesSlides/notesSlide2.xml" Id="R4903de487e5c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1bcb248fc47b1" /><Relationship Type="http://schemas.openxmlformats.org/officeDocument/2006/relationships/notesSlide" Target="/ppt/notesSlides/notesSlide3.xml" Id="R1e1acaf56ee3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a41151e2c472d" /><Relationship Type="http://schemas.openxmlformats.org/officeDocument/2006/relationships/notesSlide" Target="/ppt/notesSlides/notesSlide4.xml" Id="Rd46e9a80e03342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7921e6f21410d" /><Relationship Type="http://schemas.openxmlformats.org/officeDocument/2006/relationships/notesSlide" Target="/ppt/notesSlides/notesSlide5.xml" Id="Rb03e222ec415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30bb52a994c8b" /><Relationship Type="http://schemas.openxmlformats.org/officeDocument/2006/relationships/notesSlide" Target="/ppt/notesSlides/notesSlide6.xml" Id="Rb4be33bb374d44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3162a1c924c70" /><Relationship Type="http://schemas.openxmlformats.org/officeDocument/2006/relationships/notesSlide" Target="/ppt/notesSlides/notesSlide7.xml" Id="R2784ed11de8e4a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037d01b764cef" /><Relationship Type="http://schemas.openxmlformats.org/officeDocument/2006/relationships/notesSlide" Target="/ppt/notesSlides/notesSlide8.xml" Id="Rceb1a71b73c843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4aae30ca24bfe" /><Relationship Type="http://schemas.openxmlformats.org/officeDocument/2006/relationships/notesSlide" Target="/ppt/notesSlides/notesSlide9.xml" Id="Re1e0dd47d7ff40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9a5bc9a8946c5" /><Relationship Type="http://schemas.openxmlformats.org/officeDocument/2006/relationships/notesSlide" Target="/ppt/notesSlides/notesSlide10.xml" Id="Ra939a343fd2f4f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7611f004a4d6c" /><Relationship Type="http://schemas.openxmlformats.org/officeDocument/2006/relationships/notesSlide" Target="/ppt/notesSlides/notesSlide11.xml" Id="R3fdf8208c881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01580-2E7E-47A2-8CDB-3739E5E0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2F362-D45E-4FD0-86E7-D516BB6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771B-8722-4E8D-87B1-4DC88A41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0b027eefa4428"/>
          <a:srcRect xmlns:a="http://schemas.openxmlformats.org/drawingml/2006/main" l="26159" t="0" r="26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3ACD4-C0B8-46C4-87C7-FAAAE882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COSMOS 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65A2D-3981-4982-9BC1-8AD066B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143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Supply Chain</a:t>
            </a:r>
          </a:p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made simple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AF719-AB8E-4B18-9298-91FD6291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client-friendly overview of how planning, dispatch and shipments work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4F300-D761-4D5A-93F8-89DEC53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667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DE8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93245-DFCD-4765-AA4C-B0DFD4FC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Plan better  →  Send clearly  →  Know what changed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25D54-BBEB-49A1-8B10-584BD6EC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COSMOS ERP  |  Client handover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1211A-CA30-4028-BC00-B4019AB7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31724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BE850DD-9751-4F61-AFA9-60C6F1A0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C83A94-506C-4045-B580-DBF3BE6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jobs, one connected process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D76EF30C-3738-4979-A8CE-9A137BCF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Procurement
What should we arrange or buy?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54AB096-84F6-4A66-8E9A-9C487929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Dispatch
Where should available stock go?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AA42113-1CB1-493A-A8D9-556AD355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Shipment Operations
Has it left, arrived or returned?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3192CD03-7FB8-47A4-9A5C-3FCF8A5E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8A080B20-A47B-4D86-B436-36BAF5B4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DA755E0-EC2F-4DBE-8D2D-1FAD9C3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4209764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F618757-53F2-43CE-91FD-530D94C7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58E68F1-EF8E-4347-8496-04DFA4A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From planning to proven delivery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48703C7-9B6D-4EB3-8072-AEAA2C2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A603361-5C2D-4F67-A6C0-3A4BDBF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9552551-2014-47DA-A305-9DB7E66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E08CB7F-7CE8-4909-ABEF-66DB7BDA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E956F9A-FEDC-4589-9082-CC77D58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70ACE28-DD81-4886-8880-0594214E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Confirm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5DE7855-2D43-4356-8306-BDB210D6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Protected plans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The team reviews recommendations before acting.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FF0057D-7678-49BB-8F11-74D8485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inputs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Products, warehouses, sales history and rules.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4372F3F-4086-4A50-86F7-F4A2453E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proof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Shipment, receipt and return events create the history.</a:t>
            </a:r>
          </a:p>
        </p:txBody>
      </p:sp>
    </p:spTree>
    <p:extLst>
      <p:ext uri="{BB962C8B-B14F-4D97-AF65-F5344CB8AC3E}">
        <p14:creationId xmlns:p14="http://schemas.microsoft.com/office/powerpoint/2010/main" val="9095304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A61A98E-F06C-4DDD-94AF-DFE4CEAE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ABAF0E6-F2C5-494E-9F22-D73F37D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reliable operating data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C97C56FF-F40A-4B1A-A774-DD7819FC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EB384A7-65EB-4E1A-B385-8C8CC48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67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Channels and warehouses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Where products are sold, held or supplied.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C3096510-85B6-496C-8562-BC0CB80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8095883-E948-4900-8BD8-731EB31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Products and ingredients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What each finished product contains.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29A11F11-902E-4422-B702-4FBFCA3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B4AE682-B700-4D7C-894C-F3291980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751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Planning rules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Pack sizes, lead times and safety stock targets.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3A239F12-603A-466D-828B-40FC8C7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9B6B9AF-C2EE-4022-AEF4-A13AAF7F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425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SKU mapping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The same item must be recognised everywhere.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EB4864C-7D52-4AC6-82AC-2BF7ED3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source of truth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Good plans depend on clear product, location and packaging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15989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A6C70F8-32D2-402D-9E1E-713F5614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739E126-DC1B-4504-9BC2-38C9C11F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Planning makes recommendations — it does not move stock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CF7F310-DDCA-44A1-8801-031CB063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757E4A5-C32E-4E91-AC7B-195BD413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Procurement
recommendation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C88B66B-68AE-4925-8A80-201811C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Uses demand, stock and supply inputs.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Suggests what to arrange or buy.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purchase order or stock change is created.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5E7ADBF-F2BB-4D00-A7BD-61A56B99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DC54932-D5F6-499C-940A-3F9965F2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Dispatch
recommendation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6F404D4-0F24-4065-8271-F199BC9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Uses channel need and company stock.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Suggests where stock should be allocated.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stock is deducted until a shipment is dispatched.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D8E4A86-1859-43FE-BC3C-AC8AF3E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this matters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Both planning activities produce a reviewed proposal for the team.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 They are saved as a clear snapshot, not as an automatic warehouse transaction.</a:t>
            </a:r>
          </a:p>
        </p:txBody>
      </p:sp>
    </p:spTree>
    <p:extLst>
      <p:ext uri="{BB962C8B-B14F-4D97-AF65-F5344CB8AC3E}">
        <p14:creationId xmlns:p14="http://schemas.microsoft.com/office/powerpoint/2010/main" val="960751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0C97735-F052-4D98-93F0-7700DDF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930FCDC-CCCF-4DBC-87A7-8872291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Shipment Operations turns the plan into a real delivery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DA2C00B-A8B8-4BE7-943B-17EF5A4A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F4C479F-3AC5-430E-9C1C-CD000CDB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BFF5682-9983-4694-8F62-B102AC5F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8EC017B-3120-4EE5-A690-444D7A45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B0DC4111-E2A7-4DEE-8FFA-D8FEDD07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Create the shipment, add items, record the carrier and pack the goods.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54538F4-9C7B-42FF-BE58-D4E9368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26CC1D4-95E5-40B3-B575-1E60DCF2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Dispatch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Confirm that goods have left. This is the stock-out moment.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9E9482B8-F4FC-4536-9972-A867BF7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5A87828-F6F2-42AA-BA9B-E9FD391D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 the loop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Record delivery, then record any restockable return.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E8C880F7-0BF6-4CD2-A1B2-99F22A8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Dispatch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5B1DCFC6-E76D-4DA5-B932-E4C2A02E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Draft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EEE2B8FD-8A0A-4B2E-853B-461DA49F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Receipt / return</a:t>
            </a:r>
          </a:p>
        </p:txBody>
      </p:sp>
    </p:spTree>
    <p:extLst>
      <p:ext uri="{BB962C8B-B14F-4D97-AF65-F5344CB8AC3E}">
        <p14:creationId xmlns:p14="http://schemas.microsoft.com/office/powerpoint/2010/main" val="1871828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1EE550-17A4-4C32-9425-5B918BF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moments change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F9019-8F96-4B7F-B345-14FBBC27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system separates planning from the real-world events that affect stock.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9035E-184E-4586-8982-9ACAF921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3815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FFAF6-4C65-484B-B81F-A3752A9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Planning and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99A38-2D8C-4E74-A517-AA7837C8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Helpful work — but stock stays the same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8818E-EF14-4BF9-A839-C7E8047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0B7C2-3F5A-4376-A8E7-7609FC22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682D6-1AE0-4BC6-AA29-D2AAF42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Procurement 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F1AD-BBE8-4233-B1EF-E2AB7BA1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BA5B8-19D6-4521-8863-4C00589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A8EE8-8009-4BC1-B162-29310ACE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762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Dispatch allocation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96D8B-2885-41B0-8F6C-AA1E8758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D659D-E333-44AF-A52A-9594466D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17230-53A3-42FE-9F8B-F49C785C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Shipment draft, packing or docket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3967B-C75A-4E96-9A10-DB1FAB9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No stock deduction yet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19D4F-404B-4D1A-8C43-8FE3438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664845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1F387-7ABC-40FF-BAFF-6D498514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52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Real operating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E6B17-4836-4977-B0FE-754FB0B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52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These are the two points where stock can move.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461A0-D29C-4F2D-8123-96DAA463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2857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F5CA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82E66-083B-4FA8-88FB-BFE5652F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71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4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14B5A"/>
                </a:solidFill>
                <a:latin typeface="Helvetica Neue"/>
                <a:ea typeface="Helvetica Neue"/>
                <a:cs typeface="Helvetica Neue"/>
              </a:rPr>
              <a:t>Confirmed 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BE66C-FE89-416A-BE55-D6C17C79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Goods have left.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Stock goes 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E850E-6613-4FBD-8A43-A0FBA05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14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14B5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AE5B8-BC1A-4F54-87E6-D3322161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5150"/>
            <a:ext cx="2857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FE8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F8265-DA96-42BC-B5A7-C0108B7B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D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9D76"/>
                </a:solidFill>
                <a:latin typeface="Helvetica Neue"/>
                <a:ea typeface="Helvetica Neue"/>
                <a:cs typeface="Helvetica Neue"/>
              </a:rPr>
              <a:t>Restockable return receipt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2B958-FC3C-4FC2-BD1E-F2D15607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Usable goods came back.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Stock goes 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56839-F2AD-4E5C-B5F6-683DA28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290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9D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9D76"/>
                </a:solidFill>
                <a:latin typeface="Helvetica Neue"/>
                <a:ea typeface="Helvetica Neue"/>
                <a:cs typeface="Helvetica Neue"/>
              </a:rPr>
              <a:t>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53CE6-B24E-40E6-B58F-03EF12DD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4350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The record keeps a clear history of who confirmed each event.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4D40D-EAB6-4242-AFD5-7EED90B4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COSMOS ERP  |  Client handover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0167F-66D3-4906-BB67-97AA39C8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354634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D53EE90-6DFC-4413-B9EA-2022D31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E966613-C902-4846-AAE2-4501966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Everyone has a clear part to play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42EA1C-6E8E-47C8-A980-41D48EA6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team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Records receipt and delivery outcome.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D07D5DD7-2CCE-4E42-9ED5-D1FA4382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Returns team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Marks what can safely go back into stock.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00454BD-71F5-484F-B950-A1216C61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Managers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Use the dashboard and exports to follow activity.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81670479-3970-42A5-A64A-5EF5CBC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Access owner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Gives each person the right level of access.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D7C774A-C8D7-4A5B-82AF-D57F2252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Administrator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Maintains products, mappings and operating rules.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6A614981-C88C-4123-9F08-C93722B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Planner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Reviews what to buy or arrange.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9B198DC-9921-4763-A9D3-742F7D79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Channel team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Confirms local needs and priorities.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A40F000-EB44-4636-B468-C2957CF6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Warehouse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Packs goods and confirms dispatch.</a:t>
            </a:r>
          </a:p>
        </p:txBody>
      </p:sp>
    </p:spTree>
    <p:extLst>
      <p:ext uri="{BB962C8B-B14F-4D97-AF65-F5344CB8AC3E}">
        <p14:creationId xmlns:p14="http://schemas.microsoft.com/office/powerpoint/2010/main" val="8664858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E1E96A8-3AD3-40EC-9245-3A2BD54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74A6CD0-5AC7-45E2-9B61-4A1593E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Simple reports support daily decisions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48C48D53-BCED-4085-9A2A-435D01A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75E0AA3-9E21-489A-BEFA-57EDEC6C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05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Dispatch proposal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Where available company stock should go.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97D13EEC-36CB-4840-93C2-64ECF3FC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46D510A-8FFB-441E-BD0F-14F847D7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Procurement plan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What the business should arrange or buy.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43575A8-CE96-4338-84C5-86BDC5CA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2321F2B-2D4E-4E34-9FDA-5A2EA3A3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3236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CSV / Excel exports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Easy sharing, follow-up and record keeping.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BBE1705-9276-45EA-9393-307DB206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D40CCCFD-2C92-4171-97DF-21282C0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Shipment activity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What went out, arrived or returned.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D016DA2-527D-480E-BBF6-EFC569D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Built for conversations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Exports give teams a simple way to review the plan, allocation and shipment activity together.</a:t>
            </a:r>
          </a:p>
        </p:txBody>
      </p:sp>
    </p:spTree>
    <p:extLst>
      <p:ext uri="{BB962C8B-B14F-4D97-AF65-F5344CB8AC3E}">
        <p14:creationId xmlns:p14="http://schemas.microsoft.com/office/powerpoint/2010/main" val="19012741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13F1ED3-74B5-44FC-B276-18018128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BB514E-B8E9-4761-810D-8581EC9D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 go-live, agree these five things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5622075-0922-4FF1-8ECF-2A514D0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When these are agreed, run one realistic test journey from planning through a possible return.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36DF057-16C9-479D-B2EA-CAE35704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and SKU mapping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E6D6D306-4C6F-4D41-953C-9248B8B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7D5CBC8-71A5-4E1E-9645-E13A437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owner, the data source and the expected approval for each item.
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Also agree how teams will use the system day to day.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1C998C0-8385-46F4-90BC-C4CCC7C3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Planning rules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DD099B5-F44F-435C-88E1-77D75E63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150C3823-798A-4EA3-AF9D-EB0EA75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Meaning of company stock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782E86ED-9C46-45E8-A5B7-7E6E5ED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DEA9ADA7-90E3-4A55-9314-1ABA1F4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Shipping and return rules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B3FE9314-C749-439E-8F20-793DED3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936163B7-7F5B-4509-B382-67342E40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 access and reports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012BE02E-BA2C-49B6-AF1A-3520A545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501857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19645A1-EBA5-439F-AF55-91817B35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means a
tested, shared process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DBB6C32-F11D-40BE-98DB-D206732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Agree the data and ownership.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one complete journey.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4F89F78-90DA-4EA4-B164-05565A3D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COSMOS ERP</a:t>
            </a:r>
          </a:p>
        </p:txBody>
      </p:sp>
    </p:spTree>
    <p:extLst>
      <p:ext uri="{BB962C8B-B14F-4D97-AF65-F5344CB8AC3E}">
        <p14:creationId xmlns:p14="http://schemas.microsoft.com/office/powerpoint/2010/main" val="1591164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2026-08-03T05:33:43.0440000Z</dcterms:created>
  <dcterms:modified xsi:type="dcterms:W3CDTF">2026-08-03T05:33:43.0440000Z</dcterms:modified>
</coreProperties>
</file>